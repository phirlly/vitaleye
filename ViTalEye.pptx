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6"/>
  </p:normalViewPr>
  <p:slideViewPr>
    <p:cSldViewPr snapToGrid="0">
      <p:cViewPr varScale="1">
        <p:scale>
          <a:sx n="136" d="100"/>
          <a:sy n="136" d="100"/>
        </p:scale>
        <p:origin x="216" y="1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256FFF-4A4A-4FE5-9D37-E91B45BEE22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ED477E-E53E-4C04-92E0-76B46CDEDD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1: Project Overview and Motivation</a:t>
          </a:r>
          <a:endParaRPr lang="en-US" dirty="0"/>
        </a:p>
      </dgm:t>
    </dgm:pt>
    <dgm:pt modelId="{F003BB6D-0B37-4185-88B9-9053800E05C1}" type="parTrans" cxnId="{6F2D64AF-1CB6-4A0C-BC0C-B74E1EE949EB}">
      <dgm:prSet/>
      <dgm:spPr/>
      <dgm:t>
        <a:bodyPr/>
        <a:lstStyle/>
        <a:p>
          <a:endParaRPr lang="en-US"/>
        </a:p>
      </dgm:t>
    </dgm:pt>
    <dgm:pt modelId="{1687E297-B09C-4C6F-AAA2-F710C2983556}" type="sibTrans" cxnId="{6F2D64AF-1CB6-4A0C-BC0C-B74E1EE949EB}">
      <dgm:prSet/>
      <dgm:spPr/>
      <dgm:t>
        <a:bodyPr/>
        <a:lstStyle/>
        <a:p>
          <a:endParaRPr lang="en-US"/>
        </a:p>
      </dgm:t>
    </dgm:pt>
    <dgm:pt modelId="{8543FBE4-34EC-4F88-B4A7-852CC26BD8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2: Related Work and Approach</a:t>
          </a:r>
          <a:endParaRPr lang="en-US" dirty="0"/>
        </a:p>
      </dgm:t>
    </dgm:pt>
    <dgm:pt modelId="{5FCB2576-7F7E-4261-86D5-90B59CD7B934}" type="parTrans" cxnId="{F91C96B5-636A-4534-A09B-8B181BAE2719}">
      <dgm:prSet/>
      <dgm:spPr/>
      <dgm:t>
        <a:bodyPr/>
        <a:lstStyle/>
        <a:p>
          <a:endParaRPr lang="en-US"/>
        </a:p>
      </dgm:t>
    </dgm:pt>
    <dgm:pt modelId="{A7CA8C56-CFE0-4F1A-AE3E-39B2452C0DB5}" type="sibTrans" cxnId="{F91C96B5-636A-4534-A09B-8B181BAE2719}">
      <dgm:prSet/>
      <dgm:spPr/>
      <dgm:t>
        <a:bodyPr/>
        <a:lstStyle/>
        <a:p>
          <a:endParaRPr lang="en-US"/>
        </a:p>
      </dgm:t>
    </dgm:pt>
    <dgm:pt modelId="{59443150-D206-43F2-AAB2-93A5AAC83D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3: Methodology</a:t>
          </a:r>
          <a:endParaRPr lang="en-US" dirty="0"/>
        </a:p>
      </dgm:t>
    </dgm:pt>
    <dgm:pt modelId="{0E217C0C-5FAE-41D5-8AF4-030FE2B03B12}" type="parTrans" cxnId="{32DD2800-537D-441B-9F11-3A9BB586CFC6}">
      <dgm:prSet/>
      <dgm:spPr/>
      <dgm:t>
        <a:bodyPr/>
        <a:lstStyle/>
        <a:p>
          <a:endParaRPr lang="en-US"/>
        </a:p>
      </dgm:t>
    </dgm:pt>
    <dgm:pt modelId="{3C11A008-AD7C-4CCB-87BD-D8068C3338E6}" type="sibTrans" cxnId="{32DD2800-537D-441B-9F11-3A9BB586CFC6}">
      <dgm:prSet/>
      <dgm:spPr/>
      <dgm:t>
        <a:bodyPr/>
        <a:lstStyle/>
        <a:p>
          <a:endParaRPr lang="en-US"/>
        </a:p>
      </dgm:t>
    </dgm:pt>
    <dgm:pt modelId="{898092EA-8282-42D5-B416-58D3B63058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4: Results and Insights</a:t>
          </a:r>
          <a:endParaRPr lang="en-US" dirty="0"/>
        </a:p>
      </dgm:t>
    </dgm:pt>
    <dgm:pt modelId="{A8EB6337-E50F-4819-A0B3-C81CEB827F93}" type="parTrans" cxnId="{9261E9E2-3F82-4351-AECA-B91119D55041}">
      <dgm:prSet/>
      <dgm:spPr/>
      <dgm:t>
        <a:bodyPr/>
        <a:lstStyle/>
        <a:p>
          <a:endParaRPr lang="en-US"/>
        </a:p>
      </dgm:t>
    </dgm:pt>
    <dgm:pt modelId="{D3B99630-8C42-4D81-8A4F-B035E5EA4963}" type="sibTrans" cxnId="{9261E9E2-3F82-4351-AECA-B91119D55041}">
      <dgm:prSet/>
      <dgm:spPr/>
      <dgm:t>
        <a:bodyPr/>
        <a:lstStyle/>
        <a:p>
          <a:endParaRPr lang="en-US"/>
        </a:p>
      </dgm:t>
    </dgm:pt>
    <dgm:pt modelId="{413A6830-ED5E-4CE8-92C3-2BB766A308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5: Conclusion and Future Work</a:t>
          </a:r>
          <a:endParaRPr lang="en-US" dirty="0"/>
        </a:p>
      </dgm:t>
    </dgm:pt>
    <dgm:pt modelId="{09D1C294-4948-4572-A5D9-B54EC5E43CD3}" type="parTrans" cxnId="{0F03B49C-1A0F-47BB-87E5-5CD70A62E33D}">
      <dgm:prSet/>
      <dgm:spPr/>
      <dgm:t>
        <a:bodyPr/>
        <a:lstStyle/>
        <a:p>
          <a:endParaRPr lang="en-US"/>
        </a:p>
      </dgm:t>
    </dgm:pt>
    <dgm:pt modelId="{DD678F9D-ABDE-47B7-B366-203EE57071D6}" type="sibTrans" cxnId="{0F03B49C-1A0F-47BB-87E5-5CD70A62E33D}">
      <dgm:prSet/>
      <dgm:spPr/>
      <dgm:t>
        <a:bodyPr/>
        <a:lstStyle/>
        <a:p>
          <a:endParaRPr lang="en-US"/>
        </a:p>
      </dgm:t>
    </dgm:pt>
    <dgm:pt modelId="{7DDB07EA-1430-4E7A-8551-22B5386488EF}" type="pres">
      <dgm:prSet presAssocID="{54256FFF-4A4A-4FE5-9D37-E91B45BEE22C}" presName="root" presStyleCnt="0">
        <dgm:presLayoutVars>
          <dgm:dir/>
          <dgm:resizeHandles val="exact"/>
        </dgm:presLayoutVars>
      </dgm:prSet>
      <dgm:spPr/>
    </dgm:pt>
    <dgm:pt modelId="{1E51C9AE-C83E-4612-A789-FCD246D6E90F}" type="pres">
      <dgm:prSet presAssocID="{67ED477E-E53E-4C04-92E0-76B46CDEDD33}" presName="compNode" presStyleCnt="0"/>
      <dgm:spPr/>
    </dgm:pt>
    <dgm:pt modelId="{8D360BA6-EBDF-4732-A8E4-83BF70A65435}" type="pres">
      <dgm:prSet presAssocID="{67ED477E-E53E-4C04-92E0-76B46CDEDD33}" presName="bgRect" presStyleLbl="bgShp" presStyleIdx="0" presStyleCnt="5"/>
      <dgm:spPr/>
    </dgm:pt>
    <dgm:pt modelId="{EB61D9BC-6C6D-424C-A665-08C335F65985}" type="pres">
      <dgm:prSet presAssocID="{67ED477E-E53E-4C04-92E0-76B46CDEDD3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589C7F25-F21F-4CA9-B942-9DD3A97EE02C}" type="pres">
      <dgm:prSet presAssocID="{67ED477E-E53E-4C04-92E0-76B46CDEDD33}" presName="spaceRect" presStyleCnt="0"/>
      <dgm:spPr/>
    </dgm:pt>
    <dgm:pt modelId="{21CB29D8-6518-4EC7-92FA-DB30C2E70447}" type="pres">
      <dgm:prSet presAssocID="{67ED477E-E53E-4C04-92E0-76B46CDEDD33}" presName="parTx" presStyleLbl="revTx" presStyleIdx="0" presStyleCnt="5">
        <dgm:presLayoutVars>
          <dgm:chMax val="0"/>
          <dgm:chPref val="0"/>
        </dgm:presLayoutVars>
      </dgm:prSet>
      <dgm:spPr/>
    </dgm:pt>
    <dgm:pt modelId="{44D23BF9-B9A9-49FF-AA4E-B371EFF19685}" type="pres">
      <dgm:prSet presAssocID="{1687E297-B09C-4C6F-AAA2-F710C2983556}" presName="sibTrans" presStyleCnt="0"/>
      <dgm:spPr/>
    </dgm:pt>
    <dgm:pt modelId="{175D116B-315B-484B-A006-53397436AECE}" type="pres">
      <dgm:prSet presAssocID="{8543FBE4-34EC-4F88-B4A7-852CC26BD8F5}" presName="compNode" presStyleCnt="0"/>
      <dgm:spPr/>
    </dgm:pt>
    <dgm:pt modelId="{AC5830AE-623E-47F5-9D37-1D6B8D54414C}" type="pres">
      <dgm:prSet presAssocID="{8543FBE4-34EC-4F88-B4A7-852CC26BD8F5}" presName="bgRect" presStyleLbl="bgShp" presStyleIdx="1" presStyleCnt="5"/>
      <dgm:spPr/>
    </dgm:pt>
    <dgm:pt modelId="{74CBD705-F807-43F6-9D97-E9CF60995DE4}" type="pres">
      <dgm:prSet presAssocID="{8543FBE4-34EC-4F88-B4A7-852CC26BD8F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AE8D4A03-E83F-4290-B957-1998D172BDCC}" type="pres">
      <dgm:prSet presAssocID="{8543FBE4-34EC-4F88-B4A7-852CC26BD8F5}" presName="spaceRect" presStyleCnt="0"/>
      <dgm:spPr/>
    </dgm:pt>
    <dgm:pt modelId="{E40A735D-D95A-4D12-A8B0-EE208DB7C8CA}" type="pres">
      <dgm:prSet presAssocID="{8543FBE4-34EC-4F88-B4A7-852CC26BD8F5}" presName="parTx" presStyleLbl="revTx" presStyleIdx="1" presStyleCnt="5">
        <dgm:presLayoutVars>
          <dgm:chMax val="0"/>
          <dgm:chPref val="0"/>
        </dgm:presLayoutVars>
      </dgm:prSet>
      <dgm:spPr/>
    </dgm:pt>
    <dgm:pt modelId="{E8455136-C17D-4F6F-8BB2-5CD5EB48E754}" type="pres">
      <dgm:prSet presAssocID="{A7CA8C56-CFE0-4F1A-AE3E-39B2452C0DB5}" presName="sibTrans" presStyleCnt="0"/>
      <dgm:spPr/>
    </dgm:pt>
    <dgm:pt modelId="{9EB6F15A-FA07-44FB-92E1-158DFDD091A4}" type="pres">
      <dgm:prSet presAssocID="{59443150-D206-43F2-AAB2-93A5AAC83DFB}" presName="compNode" presStyleCnt="0"/>
      <dgm:spPr/>
    </dgm:pt>
    <dgm:pt modelId="{2C03D4BC-BEFF-4073-8D3B-AE2EA51F731F}" type="pres">
      <dgm:prSet presAssocID="{59443150-D206-43F2-AAB2-93A5AAC83DFB}" presName="bgRect" presStyleLbl="bgShp" presStyleIdx="2" presStyleCnt="5"/>
      <dgm:spPr/>
    </dgm:pt>
    <dgm:pt modelId="{C4465A0E-E4FC-4D48-95FD-7CF6FD5A0517}" type="pres">
      <dgm:prSet presAssocID="{59443150-D206-43F2-AAB2-93A5AAC83DF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7240D741-6FFD-4B11-BCC1-E6EE5EB6BB22}" type="pres">
      <dgm:prSet presAssocID="{59443150-D206-43F2-AAB2-93A5AAC83DFB}" presName="spaceRect" presStyleCnt="0"/>
      <dgm:spPr/>
    </dgm:pt>
    <dgm:pt modelId="{7C1D6DC9-0891-4CD9-B535-7086F523B3D1}" type="pres">
      <dgm:prSet presAssocID="{59443150-D206-43F2-AAB2-93A5AAC83DFB}" presName="parTx" presStyleLbl="revTx" presStyleIdx="2" presStyleCnt="5">
        <dgm:presLayoutVars>
          <dgm:chMax val="0"/>
          <dgm:chPref val="0"/>
        </dgm:presLayoutVars>
      </dgm:prSet>
      <dgm:spPr/>
    </dgm:pt>
    <dgm:pt modelId="{55197C91-7C28-47BD-83ED-26A231E8798C}" type="pres">
      <dgm:prSet presAssocID="{3C11A008-AD7C-4CCB-87BD-D8068C3338E6}" presName="sibTrans" presStyleCnt="0"/>
      <dgm:spPr/>
    </dgm:pt>
    <dgm:pt modelId="{9866094A-9F47-4917-9425-5DA8A757B557}" type="pres">
      <dgm:prSet presAssocID="{898092EA-8282-42D5-B416-58D3B63058E5}" presName="compNode" presStyleCnt="0"/>
      <dgm:spPr/>
    </dgm:pt>
    <dgm:pt modelId="{EA8AAB24-8D39-4488-A6C2-D8E558420E7E}" type="pres">
      <dgm:prSet presAssocID="{898092EA-8282-42D5-B416-58D3B63058E5}" presName="bgRect" presStyleLbl="bgShp" presStyleIdx="3" presStyleCnt="5"/>
      <dgm:spPr/>
    </dgm:pt>
    <dgm:pt modelId="{32B66DA7-1F8A-4CB0-8B4F-6F7F6A8568F1}" type="pres">
      <dgm:prSet presAssocID="{898092EA-8282-42D5-B416-58D3B63058E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D9E79A0-9B08-47A5-BB65-9CEBDCE9E44A}" type="pres">
      <dgm:prSet presAssocID="{898092EA-8282-42D5-B416-58D3B63058E5}" presName="spaceRect" presStyleCnt="0"/>
      <dgm:spPr/>
    </dgm:pt>
    <dgm:pt modelId="{10B34559-1B16-4EA1-9DF7-B97F30A729A5}" type="pres">
      <dgm:prSet presAssocID="{898092EA-8282-42D5-B416-58D3B63058E5}" presName="parTx" presStyleLbl="revTx" presStyleIdx="3" presStyleCnt="5">
        <dgm:presLayoutVars>
          <dgm:chMax val="0"/>
          <dgm:chPref val="0"/>
        </dgm:presLayoutVars>
      </dgm:prSet>
      <dgm:spPr/>
    </dgm:pt>
    <dgm:pt modelId="{615210C0-9074-41A3-9189-2D1804E42D2D}" type="pres">
      <dgm:prSet presAssocID="{D3B99630-8C42-4D81-8A4F-B035E5EA4963}" presName="sibTrans" presStyleCnt="0"/>
      <dgm:spPr/>
    </dgm:pt>
    <dgm:pt modelId="{E1E24B24-BFC4-49BE-A62F-23A2DF9E4410}" type="pres">
      <dgm:prSet presAssocID="{413A6830-ED5E-4CE8-92C3-2BB766A30823}" presName="compNode" presStyleCnt="0"/>
      <dgm:spPr/>
    </dgm:pt>
    <dgm:pt modelId="{2438C669-1C64-4601-A0F8-F3B399081474}" type="pres">
      <dgm:prSet presAssocID="{413A6830-ED5E-4CE8-92C3-2BB766A30823}" presName="bgRect" presStyleLbl="bgShp" presStyleIdx="4" presStyleCnt="5"/>
      <dgm:spPr/>
    </dgm:pt>
    <dgm:pt modelId="{2794050B-06B7-4B42-B41D-09FA2E7A7F16}" type="pres">
      <dgm:prSet presAssocID="{413A6830-ED5E-4CE8-92C3-2BB766A3082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D1C23A4-64BA-4637-97B6-6EF980BA8581}" type="pres">
      <dgm:prSet presAssocID="{413A6830-ED5E-4CE8-92C3-2BB766A30823}" presName="spaceRect" presStyleCnt="0"/>
      <dgm:spPr/>
    </dgm:pt>
    <dgm:pt modelId="{70A70BA8-4B5C-489D-8125-8CE63331DD8E}" type="pres">
      <dgm:prSet presAssocID="{413A6830-ED5E-4CE8-92C3-2BB766A3082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2DD2800-537D-441B-9F11-3A9BB586CFC6}" srcId="{54256FFF-4A4A-4FE5-9D37-E91B45BEE22C}" destId="{59443150-D206-43F2-AAB2-93A5AAC83DFB}" srcOrd="2" destOrd="0" parTransId="{0E217C0C-5FAE-41D5-8AF4-030FE2B03B12}" sibTransId="{3C11A008-AD7C-4CCB-87BD-D8068C3338E6}"/>
    <dgm:cxn modelId="{AC3A3205-0C7C-B548-8E47-C6CDED5E5EA8}" type="presOf" srcId="{898092EA-8282-42D5-B416-58D3B63058E5}" destId="{10B34559-1B16-4EA1-9DF7-B97F30A729A5}" srcOrd="0" destOrd="0" presId="urn:microsoft.com/office/officeart/2018/2/layout/IconVerticalSolidList"/>
    <dgm:cxn modelId="{BCD16E1E-7E66-7D49-BD27-C6BDAAE1B0C7}" type="presOf" srcId="{59443150-D206-43F2-AAB2-93A5AAC83DFB}" destId="{7C1D6DC9-0891-4CD9-B535-7086F523B3D1}" srcOrd="0" destOrd="0" presId="urn:microsoft.com/office/officeart/2018/2/layout/IconVerticalSolidList"/>
    <dgm:cxn modelId="{375DB846-3FB6-5E4D-80B1-EFBE5FB28026}" type="presOf" srcId="{54256FFF-4A4A-4FE5-9D37-E91B45BEE22C}" destId="{7DDB07EA-1430-4E7A-8551-22B5386488EF}" srcOrd="0" destOrd="0" presId="urn:microsoft.com/office/officeart/2018/2/layout/IconVerticalSolidList"/>
    <dgm:cxn modelId="{38367782-F619-4748-BF44-DBD5A6E0B669}" type="presOf" srcId="{413A6830-ED5E-4CE8-92C3-2BB766A30823}" destId="{70A70BA8-4B5C-489D-8125-8CE63331DD8E}" srcOrd="0" destOrd="0" presId="urn:microsoft.com/office/officeart/2018/2/layout/IconVerticalSolidList"/>
    <dgm:cxn modelId="{D6C0BE9A-5908-5C4F-B00A-8866F7130FD6}" type="presOf" srcId="{67ED477E-E53E-4C04-92E0-76B46CDEDD33}" destId="{21CB29D8-6518-4EC7-92FA-DB30C2E70447}" srcOrd="0" destOrd="0" presId="urn:microsoft.com/office/officeart/2018/2/layout/IconVerticalSolidList"/>
    <dgm:cxn modelId="{0F03B49C-1A0F-47BB-87E5-5CD70A62E33D}" srcId="{54256FFF-4A4A-4FE5-9D37-E91B45BEE22C}" destId="{413A6830-ED5E-4CE8-92C3-2BB766A30823}" srcOrd="4" destOrd="0" parTransId="{09D1C294-4948-4572-A5D9-B54EC5E43CD3}" sibTransId="{DD678F9D-ABDE-47B7-B366-203EE57071D6}"/>
    <dgm:cxn modelId="{6F2D64AF-1CB6-4A0C-BC0C-B74E1EE949EB}" srcId="{54256FFF-4A4A-4FE5-9D37-E91B45BEE22C}" destId="{67ED477E-E53E-4C04-92E0-76B46CDEDD33}" srcOrd="0" destOrd="0" parTransId="{F003BB6D-0B37-4185-88B9-9053800E05C1}" sibTransId="{1687E297-B09C-4C6F-AAA2-F710C2983556}"/>
    <dgm:cxn modelId="{6A9179B2-9F3F-B24F-B661-7E894F444750}" type="presOf" srcId="{8543FBE4-34EC-4F88-B4A7-852CC26BD8F5}" destId="{E40A735D-D95A-4D12-A8B0-EE208DB7C8CA}" srcOrd="0" destOrd="0" presId="urn:microsoft.com/office/officeart/2018/2/layout/IconVerticalSolidList"/>
    <dgm:cxn modelId="{F91C96B5-636A-4534-A09B-8B181BAE2719}" srcId="{54256FFF-4A4A-4FE5-9D37-E91B45BEE22C}" destId="{8543FBE4-34EC-4F88-B4A7-852CC26BD8F5}" srcOrd="1" destOrd="0" parTransId="{5FCB2576-7F7E-4261-86D5-90B59CD7B934}" sibTransId="{A7CA8C56-CFE0-4F1A-AE3E-39B2452C0DB5}"/>
    <dgm:cxn modelId="{9261E9E2-3F82-4351-AECA-B91119D55041}" srcId="{54256FFF-4A4A-4FE5-9D37-E91B45BEE22C}" destId="{898092EA-8282-42D5-B416-58D3B63058E5}" srcOrd="3" destOrd="0" parTransId="{A8EB6337-E50F-4819-A0B3-C81CEB827F93}" sibTransId="{D3B99630-8C42-4D81-8A4F-B035E5EA4963}"/>
    <dgm:cxn modelId="{9A20BACD-6B20-654C-8258-4EE8B9D94673}" type="presParOf" srcId="{7DDB07EA-1430-4E7A-8551-22B5386488EF}" destId="{1E51C9AE-C83E-4612-A789-FCD246D6E90F}" srcOrd="0" destOrd="0" presId="urn:microsoft.com/office/officeart/2018/2/layout/IconVerticalSolidList"/>
    <dgm:cxn modelId="{D6C54A56-F9E8-6C44-B73B-ACBEBAD4D836}" type="presParOf" srcId="{1E51C9AE-C83E-4612-A789-FCD246D6E90F}" destId="{8D360BA6-EBDF-4732-A8E4-83BF70A65435}" srcOrd="0" destOrd="0" presId="urn:microsoft.com/office/officeart/2018/2/layout/IconVerticalSolidList"/>
    <dgm:cxn modelId="{350FAC23-67E6-C543-BB96-75148E7B7438}" type="presParOf" srcId="{1E51C9AE-C83E-4612-A789-FCD246D6E90F}" destId="{EB61D9BC-6C6D-424C-A665-08C335F65985}" srcOrd="1" destOrd="0" presId="urn:microsoft.com/office/officeart/2018/2/layout/IconVerticalSolidList"/>
    <dgm:cxn modelId="{EE5A3A99-1B08-9145-930B-F497CAF826AB}" type="presParOf" srcId="{1E51C9AE-C83E-4612-A789-FCD246D6E90F}" destId="{589C7F25-F21F-4CA9-B942-9DD3A97EE02C}" srcOrd="2" destOrd="0" presId="urn:microsoft.com/office/officeart/2018/2/layout/IconVerticalSolidList"/>
    <dgm:cxn modelId="{50D00101-0415-2D42-A23E-EB64D2220D31}" type="presParOf" srcId="{1E51C9AE-C83E-4612-A789-FCD246D6E90F}" destId="{21CB29D8-6518-4EC7-92FA-DB30C2E70447}" srcOrd="3" destOrd="0" presId="urn:microsoft.com/office/officeart/2018/2/layout/IconVerticalSolidList"/>
    <dgm:cxn modelId="{EC73DA04-7B17-1744-86ED-31C60976619B}" type="presParOf" srcId="{7DDB07EA-1430-4E7A-8551-22B5386488EF}" destId="{44D23BF9-B9A9-49FF-AA4E-B371EFF19685}" srcOrd="1" destOrd="0" presId="urn:microsoft.com/office/officeart/2018/2/layout/IconVerticalSolidList"/>
    <dgm:cxn modelId="{CE72090B-6B84-D146-9490-04079A165666}" type="presParOf" srcId="{7DDB07EA-1430-4E7A-8551-22B5386488EF}" destId="{175D116B-315B-484B-A006-53397436AECE}" srcOrd="2" destOrd="0" presId="urn:microsoft.com/office/officeart/2018/2/layout/IconVerticalSolidList"/>
    <dgm:cxn modelId="{7FD4AB68-1353-6148-A2A1-20483913ADAA}" type="presParOf" srcId="{175D116B-315B-484B-A006-53397436AECE}" destId="{AC5830AE-623E-47F5-9D37-1D6B8D54414C}" srcOrd="0" destOrd="0" presId="urn:microsoft.com/office/officeart/2018/2/layout/IconVerticalSolidList"/>
    <dgm:cxn modelId="{2C625C5B-92AA-5F41-A181-537BC9DE127F}" type="presParOf" srcId="{175D116B-315B-484B-A006-53397436AECE}" destId="{74CBD705-F807-43F6-9D97-E9CF60995DE4}" srcOrd="1" destOrd="0" presId="urn:microsoft.com/office/officeart/2018/2/layout/IconVerticalSolidList"/>
    <dgm:cxn modelId="{C939B42C-31BE-7B42-BF8B-4E7975B9DCD4}" type="presParOf" srcId="{175D116B-315B-484B-A006-53397436AECE}" destId="{AE8D4A03-E83F-4290-B957-1998D172BDCC}" srcOrd="2" destOrd="0" presId="urn:microsoft.com/office/officeart/2018/2/layout/IconVerticalSolidList"/>
    <dgm:cxn modelId="{F84DC40F-2703-3244-AD9D-DF5B2CBB59D4}" type="presParOf" srcId="{175D116B-315B-484B-A006-53397436AECE}" destId="{E40A735D-D95A-4D12-A8B0-EE208DB7C8CA}" srcOrd="3" destOrd="0" presId="urn:microsoft.com/office/officeart/2018/2/layout/IconVerticalSolidList"/>
    <dgm:cxn modelId="{C05C88FC-6511-E044-BAD1-93165DD2301E}" type="presParOf" srcId="{7DDB07EA-1430-4E7A-8551-22B5386488EF}" destId="{E8455136-C17D-4F6F-8BB2-5CD5EB48E754}" srcOrd="3" destOrd="0" presId="urn:microsoft.com/office/officeart/2018/2/layout/IconVerticalSolidList"/>
    <dgm:cxn modelId="{118FF6B9-9013-2545-9203-824D6DEEDB18}" type="presParOf" srcId="{7DDB07EA-1430-4E7A-8551-22B5386488EF}" destId="{9EB6F15A-FA07-44FB-92E1-158DFDD091A4}" srcOrd="4" destOrd="0" presId="urn:microsoft.com/office/officeart/2018/2/layout/IconVerticalSolidList"/>
    <dgm:cxn modelId="{DD592BC6-17DF-E04A-B46A-703CDEC2848C}" type="presParOf" srcId="{9EB6F15A-FA07-44FB-92E1-158DFDD091A4}" destId="{2C03D4BC-BEFF-4073-8D3B-AE2EA51F731F}" srcOrd="0" destOrd="0" presId="urn:microsoft.com/office/officeart/2018/2/layout/IconVerticalSolidList"/>
    <dgm:cxn modelId="{ABA25828-8931-B24E-BEA6-C3ECE3D64263}" type="presParOf" srcId="{9EB6F15A-FA07-44FB-92E1-158DFDD091A4}" destId="{C4465A0E-E4FC-4D48-95FD-7CF6FD5A0517}" srcOrd="1" destOrd="0" presId="urn:microsoft.com/office/officeart/2018/2/layout/IconVerticalSolidList"/>
    <dgm:cxn modelId="{D9336B34-EFDC-7241-B08D-B54DD1674331}" type="presParOf" srcId="{9EB6F15A-FA07-44FB-92E1-158DFDD091A4}" destId="{7240D741-6FFD-4B11-BCC1-E6EE5EB6BB22}" srcOrd="2" destOrd="0" presId="urn:microsoft.com/office/officeart/2018/2/layout/IconVerticalSolidList"/>
    <dgm:cxn modelId="{21AFC07C-BA4F-E349-9F24-1236A198106B}" type="presParOf" srcId="{9EB6F15A-FA07-44FB-92E1-158DFDD091A4}" destId="{7C1D6DC9-0891-4CD9-B535-7086F523B3D1}" srcOrd="3" destOrd="0" presId="urn:microsoft.com/office/officeart/2018/2/layout/IconVerticalSolidList"/>
    <dgm:cxn modelId="{9CE53BD2-DA7F-664C-9E64-B700AF65D9D5}" type="presParOf" srcId="{7DDB07EA-1430-4E7A-8551-22B5386488EF}" destId="{55197C91-7C28-47BD-83ED-26A231E8798C}" srcOrd="5" destOrd="0" presId="urn:microsoft.com/office/officeart/2018/2/layout/IconVerticalSolidList"/>
    <dgm:cxn modelId="{D600A0B3-2296-FD40-8204-DF827F190DB4}" type="presParOf" srcId="{7DDB07EA-1430-4E7A-8551-22B5386488EF}" destId="{9866094A-9F47-4917-9425-5DA8A757B557}" srcOrd="6" destOrd="0" presId="urn:microsoft.com/office/officeart/2018/2/layout/IconVerticalSolidList"/>
    <dgm:cxn modelId="{77AEF2F7-F4F5-5C40-A0C2-5F3FB3B5BA9A}" type="presParOf" srcId="{9866094A-9F47-4917-9425-5DA8A757B557}" destId="{EA8AAB24-8D39-4488-A6C2-D8E558420E7E}" srcOrd="0" destOrd="0" presId="urn:microsoft.com/office/officeart/2018/2/layout/IconVerticalSolidList"/>
    <dgm:cxn modelId="{3044F9B4-56D3-E740-BF6B-5F48CF941798}" type="presParOf" srcId="{9866094A-9F47-4917-9425-5DA8A757B557}" destId="{32B66DA7-1F8A-4CB0-8B4F-6F7F6A8568F1}" srcOrd="1" destOrd="0" presId="urn:microsoft.com/office/officeart/2018/2/layout/IconVerticalSolidList"/>
    <dgm:cxn modelId="{D86175F3-9A5C-8A4B-B6F8-F757D2516F4D}" type="presParOf" srcId="{9866094A-9F47-4917-9425-5DA8A757B557}" destId="{0D9E79A0-9B08-47A5-BB65-9CEBDCE9E44A}" srcOrd="2" destOrd="0" presId="urn:microsoft.com/office/officeart/2018/2/layout/IconVerticalSolidList"/>
    <dgm:cxn modelId="{C8DFE700-01E8-C44D-B35D-C0FE324A79D3}" type="presParOf" srcId="{9866094A-9F47-4917-9425-5DA8A757B557}" destId="{10B34559-1B16-4EA1-9DF7-B97F30A729A5}" srcOrd="3" destOrd="0" presId="urn:microsoft.com/office/officeart/2018/2/layout/IconVerticalSolidList"/>
    <dgm:cxn modelId="{DEA8A247-E1CD-C24C-96E4-727CD1AD0C6D}" type="presParOf" srcId="{7DDB07EA-1430-4E7A-8551-22B5386488EF}" destId="{615210C0-9074-41A3-9189-2D1804E42D2D}" srcOrd="7" destOrd="0" presId="urn:microsoft.com/office/officeart/2018/2/layout/IconVerticalSolidList"/>
    <dgm:cxn modelId="{3CF527FF-DAF6-164A-98A9-F4CE87E1EB91}" type="presParOf" srcId="{7DDB07EA-1430-4E7A-8551-22B5386488EF}" destId="{E1E24B24-BFC4-49BE-A62F-23A2DF9E4410}" srcOrd="8" destOrd="0" presId="urn:microsoft.com/office/officeart/2018/2/layout/IconVerticalSolidList"/>
    <dgm:cxn modelId="{6618BA11-4531-794A-9712-03B68F520416}" type="presParOf" srcId="{E1E24B24-BFC4-49BE-A62F-23A2DF9E4410}" destId="{2438C669-1C64-4601-A0F8-F3B399081474}" srcOrd="0" destOrd="0" presId="urn:microsoft.com/office/officeart/2018/2/layout/IconVerticalSolidList"/>
    <dgm:cxn modelId="{32B080BE-C5C6-1546-ADE7-B62459EE568B}" type="presParOf" srcId="{E1E24B24-BFC4-49BE-A62F-23A2DF9E4410}" destId="{2794050B-06B7-4B42-B41D-09FA2E7A7F16}" srcOrd="1" destOrd="0" presId="urn:microsoft.com/office/officeart/2018/2/layout/IconVerticalSolidList"/>
    <dgm:cxn modelId="{104DADFD-CF3E-944E-8D30-DAB7E5F4A008}" type="presParOf" srcId="{E1E24B24-BFC4-49BE-A62F-23A2DF9E4410}" destId="{8D1C23A4-64BA-4637-97B6-6EF980BA8581}" srcOrd="2" destOrd="0" presId="urn:microsoft.com/office/officeart/2018/2/layout/IconVerticalSolidList"/>
    <dgm:cxn modelId="{670C24DA-3E34-7449-B0FF-2EFD729B5F0B}" type="presParOf" srcId="{E1E24B24-BFC4-49BE-A62F-23A2DF9E4410}" destId="{70A70BA8-4B5C-489D-8125-8CE63331DD8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2E7628-D26C-4200-A4B4-0C68E52BE92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900193-459F-4058-BF0E-090A356ADF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Problem</a:t>
          </a:r>
          <a:r>
            <a:rPr lang="en-US"/>
            <a:t>: Diabetic Retinopathy (DR) is a leading cause of preventable blindness, especially in under-resourced areas.</a:t>
          </a:r>
        </a:p>
      </dgm:t>
    </dgm:pt>
    <dgm:pt modelId="{33D06F67-A7AA-487F-94B8-48CFB625AEA3}" type="parTrans" cxnId="{5D1289D7-F5F6-4002-8C49-E9F3426F811A}">
      <dgm:prSet/>
      <dgm:spPr/>
      <dgm:t>
        <a:bodyPr/>
        <a:lstStyle/>
        <a:p>
          <a:endParaRPr lang="en-US"/>
        </a:p>
      </dgm:t>
    </dgm:pt>
    <dgm:pt modelId="{5AD2E410-0479-433E-876E-8B28F4B1B40E}" type="sibTrans" cxnId="{5D1289D7-F5F6-4002-8C49-E9F3426F811A}">
      <dgm:prSet/>
      <dgm:spPr/>
      <dgm:t>
        <a:bodyPr/>
        <a:lstStyle/>
        <a:p>
          <a:endParaRPr lang="en-US"/>
        </a:p>
      </dgm:t>
    </dgm:pt>
    <dgm:pt modelId="{A1D69E02-1523-450E-BC88-E5F28ABE34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Need</a:t>
          </a:r>
          <a:r>
            <a:rPr lang="en-US"/>
            <a:t>: DR detection is labor-intensive, and early screening is critical but infeasible at scale in many regions.</a:t>
          </a:r>
        </a:p>
      </dgm:t>
    </dgm:pt>
    <dgm:pt modelId="{8F7F0E35-61C4-49A9-AC93-B0AB0A192530}" type="parTrans" cxnId="{769B75BC-ADD9-409F-A017-D13C1A58F6E0}">
      <dgm:prSet/>
      <dgm:spPr/>
      <dgm:t>
        <a:bodyPr/>
        <a:lstStyle/>
        <a:p>
          <a:endParaRPr lang="en-US"/>
        </a:p>
      </dgm:t>
    </dgm:pt>
    <dgm:pt modelId="{8D412EEE-FCF2-4166-9818-3587E86D67DC}" type="sibTrans" cxnId="{769B75BC-ADD9-409F-A017-D13C1A58F6E0}">
      <dgm:prSet/>
      <dgm:spPr/>
      <dgm:t>
        <a:bodyPr/>
        <a:lstStyle/>
        <a:p>
          <a:endParaRPr lang="en-US"/>
        </a:p>
      </dgm:t>
    </dgm:pt>
    <dgm:pt modelId="{C12C3598-D4AB-45B6-93DE-7C6C168035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Goal</a:t>
          </a:r>
          <a:r>
            <a:rPr lang="en-US"/>
            <a:t>: Build and evaluate an interpretable, efficient AI "second reader" for DR screening using Vision Transformer (ViT) and ResNet.</a:t>
          </a:r>
        </a:p>
      </dgm:t>
    </dgm:pt>
    <dgm:pt modelId="{BD544717-E0BF-4F45-83C7-01362C95D1DE}" type="parTrans" cxnId="{655CA9FE-7001-4784-9B6C-BF8841249118}">
      <dgm:prSet/>
      <dgm:spPr/>
      <dgm:t>
        <a:bodyPr/>
        <a:lstStyle/>
        <a:p>
          <a:endParaRPr lang="en-US"/>
        </a:p>
      </dgm:t>
    </dgm:pt>
    <dgm:pt modelId="{AFEC0DBE-7997-4B28-B77C-CD246D46054D}" type="sibTrans" cxnId="{655CA9FE-7001-4784-9B6C-BF8841249118}">
      <dgm:prSet/>
      <dgm:spPr/>
      <dgm:t>
        <a:bodyPr/>
        <a:lstStyle/>
        <a:p>
          <a:endParaRPr lang="en-US"/>
        </a:p>
      </dgm:t>
    </dgm:pt>
    <dgm:pt modelId="{737BF715-059B-456F-9EF4-AAD5BA10C4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Datasets</a:t>
          </a:r>
          <a:r>
            <a:rPr lang="en-US"/>
            <a:t>: EyePACS and APTOS (publicly available on Kaggle)</a:t>
          </a:r>
        </a:p>
      </dgm:t>
    </dgm:pt>
    <dgm:pt modelId="{7DB30A93-32A4-495B-B5D8-5508300D5D6C}" type="parTrans" cxnId="{DF341494-7965-4734-A100-67376094103B}">
      <dgm:prSet/>
      <dgm:spPr/>
      <dgm:t>
        <a:bodyPr/>
        <a:lstStyle/>
        <a:p>
          <a:endParaRPr lang="en-US"/>
        </a:p>
      </dgm:t>
    </dgm:pt>
    <dgm:pt modelId="{D13CBB5C-E69F-4F2D-906C-D0531B40C7E6}" type="sibTrans" cxnId="{DF341494-7965-4734-A100-67376094103B}">
      <dgm:prSet/>
      <dgm:spPr/>
      <dgm:t>
        <a:bodyPr/>
        <a:lstStyle/>
        <a:p>
          <a:endParaRPr lang="en-US"/>
        </a:p>
      </dgm:t>
    </dgm:pt>
    <dgm:pt modelId="{F1E2C68C-5DFF-4C4D-A3A9-33B6160BE9F8}" type="pres">
      <dgm:prSet presAssocID="{6E2E7628-D26C-4200-A4B4-0C68E52BE922}" presName="root" presStyleCnt="0">
        <dgm:presLayoutVars>
          <dgm:dir/>
          <dgm:resizeHandles val="exact"/>
        </dgm:presLayoutVars>
      </dgm:prSet>
      <dgm:spPr/>
    </dgm:pt>
    <dgm:pt modelId="{2D72BDB7-CB0F-472B-AFB7-A3F0438897E0}" type="pres">
      <dgm:prSet presAssocID="{8F900193-459F-4058-BF0E-090A356ADF16}" presName="compNode" presStyleCnt="0"/>
      <dgm:spPr/>
    </dgm:pt>
    <dgm:pt modelId="{6523CA21-0F9E-4181-B63A-C1A7CB9DE0B9}" type="pres">
      <dgm:prSet presAssocID="{8F900193-459F-4058-BF0E-090A356ADF16}" presName="bgRect" presStyleLbl="bgShp" presStyleIdx="0" presStyleCnt="4"/>
      <dgm:spPr/>
    </dgm:pt>
    <dgm:pt modelId="{10F6DFCF-E584-4EFC-8610-B63783A6A2AD}" type="pres">
      <dgm:prSet presAssocID="{8F900193-459F-4058-BF0E-090A356ADF1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idney"/>
        </a:ext>
      </dgm:extLst>
    </dgm:pt>
    <dgm:pt modelId="{DF60BAA9-FB58-483A-B70F-83A0167EF4B8}" type="pres">
      <dgm:prSet presAssocID="{8F900193-459F-4058-BF0E-090A356ADF16}" presName="spaceRect" presStyleCnt="0"/>
      <dgm:spPr/>
    </dgm:pt>
    <dgm:pt modelId="{3298D078-A8EA-45FD-922B-3E5CC87604E5}" type="pres">
      <dgm:prSet presAssocID="{8F900193-459F-4058-BF0E-090A356ADF16}" presName="parTx" presStyleLbl="revTx" presStyleIdx="0" presStyleCnt="4">
        <dgm:presLayoutVars>
          <dgm:chMax val="0"/>
          <dgm:chPref val="0"/>
        </dgm:presLayoutVars>
      </dgm:prSet>
      <dgm:spPr/>
    </dgm:pt>
    <dgm:pt modelId="{34D36FD6-3F7B-40D5-BEEE-B16476829AFF}" type="pres">
      <dgm:prSet presAssocID="{5AD2E410-0479-433E-876E-8B28F4B1B40E}" presName="sibTrans" presStyleCnt="0"/>
      <dgm:spPr/>
    </dgm:pt>
    <dgm:pt modelId="{403220CD-F774-42D5-B2B7-340E8D91195E}" type="pres">
      <dgm:prSet presAssocID="{A1D69E02-1523-450E-BC88-E5F28ABE3463}" presName="compNode" presStyleCnt="0"/>
      <dgm:spPr/>
    </dgm:pt>
    <dgm:pt modelId="{1FBC7B81-C88C-4A52-BB31-3253FC724C9F}" type="pres">
      <dgm:prSet presAssocID="{A1D69E02-1523-450E-BC88-E5F28ABE3463}" presName="bgRect" presStyleLbl="bgShp" presStyleIdx="1" presStyleCnt="4"/>
      <dgm:spPr/>
    </dgm:pt>
    <dgm:pt modelId="{8E2F437E-CDC1-417E-9B9D-8701E4371802}" type="pres">
      <dgm:prSet presAssocID="{A1D69E02-1523-450E-BC88-E5F28ABE346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B9B15B4B-F344-4659-850A-FA173C63BE58}" type="pres">
      <dgm:prSet presAssocID="{A1D69E02-1523-450E-BC88-E5F28ABE3463}" presName="spaceRect" presStyleCnt="0"/>
      <dgm:spPr/>
    </dgm:pt>
    <dgm:pt modelId="{0DF4A74A-943C-483F-80B4-4121E52E93A3}" type="pres">
      <dgm:prSet presAssocID="{A1D69E02-1523-450E-BC88-E5F28ABE3463}" presName="parTx" presStyleLbl="revTx" presStyleIdx="1" presStyleCnt="4">
        <dgm:presLayoutVars>
          <dgm:chMax val="0"/>
          <dgm:chPref val="0"/>
        </dgm:presLayoutVars>
      </dgm:prSet>
      <dgm:spPr/>
    </dgm:pt>
    <dgm:pt modelId="{E11D3184-BBAD-47F2-AE72-72D8CC0EA31A}" type="pres">
      <dgm:prSet presAssocID="{8D412EEE-FCF2-4166-9818-3587E86D67DC}" presName="sibTrans" presStyleCnt="0"/>
      <dgm:spPr/>
    </dgm:pt>
    <dgm:pt modelId="{3EAE1E24-254B-46CA-958B-4A95296AE5C4}" type="pres">
      <dgm:prSet presAssocID="{C12C3598-D4AB-45B6-93DE-7C6C168035F2}" presName="compNode" presStyleCnt="0"/>
      <dgm:spPr/>
    </dgm:pt>
    <dgm:pt modelId="{0543D519-CB69-4016-AA3A-340316580F11}" type="pres">
      <dgm:prSet presAssocID="{C12C3598-D4AB-45B6-93DE-7C6C168035F2}" presName="bgRect" presStyleLbl="bgShp" presStyleIdx="2" presStyleCnt="4"/>
      <dgm:spPr/>
    </dgm:pt>
    <dgm:pt modelId="{F5A9FBCC-4C5D-4CD2-A9F9-00CE466B37C0}" type="pres">
      <dgm:prSet presAssocID="{C12C3598-D4AB-45B6-93DE-7C6C168035F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B9EF3CF-E271-4E1E-97B7-8BFC56318529}" type="pres">
      <dgm:prSet presAssocID="{C12C3598-D4AB-45B6-93DE-7C6C168035F2}" presName="spaceRect" presStyleCnt="0"/>
      <dgm:spPr/>
    </dgm:pt>
    <dgm:pt modelId="{26FBFC26-99E8-4492-884C-74409B9A8211}" type="pres">
      <dgm:prSet presAssocID="{C12C3598-D4AB-45B6-93DE-7C6C168035F2}" presName="parTx" presStyleLbl="revTx" presStyleIdx="2" presStyleCnt="4">
        <dgm:presLayoutVars>
          <dgm:chMax val="0"/>
          <dgm:chPref val="0"/>
        </dgm:presLayoutVars>
      </dgm:prSet>
      <dgm:spPr/>
    </dgm:pt>
    <dgm:pt modelId="{30B72447-8ECC-4E33-8830-9D5653228661}" type="pres">
      <dgm:prSet presAssocID="{AFEC0DBE-7997-4B28-B77C-CD246D46054D}" presName="sibTrans" presStyleCnt="0"/>
      <dgm:spPr/>
    </dgm:pt>
    <dgm:pt modelId="{9EB4C163-2344-4D7C-AA8C-DF235BECB8B0}" type="pres">
      <dgm:prSet presAssocID="{737BF715-059B-456F-9EF4-AAD5BA10C4A5}" presName="compNode" presStyleCnt="0"/>
      <dgm:spPr/>
    </dgm:pt>
    <dgm:pt modelId="{ABBE395C-3CAF-44AB-B6F5-B9FC9F491E77}" type="pres">
      <dgm:prSet presAssocID="{737BF715-059B-456F-9EF4-AAD5BA10C4A5}" presName="bgRect" presStyleLbl="bgShp" presStyleIdx="3" presStyleCnt="4"/>
      <dgm:spPr/>
    </dgm:pt>
    <dgm:pt modelId="{7AF046C8-DECA-4D0A-9426-47B01D9D4F60}" type="pres">
      <dgm:prSet presAssocID="{737BF715-059B-456F-9EF4-AAD5BA10C4A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81D8D5B-F232-4919-9073-7DD039BD334B}" type="pres">
      <dgm:prSet presAssocID="{737BF715-059B-456F-9EF4-AAD5BA10C4A5}" presName="spaceRect" presStyleCnt="0"/>
      <dgm:spPr/>
    </dgm:pt>
    <dgm:pt modelId="{9C23BE83-F8F8-4183-9166-AF265E46BE2B}" type="pres">
      <dgm:prSet presAssocID="{737BF715-059B-456F-9EF4-AAD5BA10C4A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B639C7B-E3EC-47BC-8955-D48BF7B9A989}" type="presOf" srcId="{C12C3598-D4AB-45B6-93DE-7C6C168035F2}" destId="{26FBFC26-99E8-4492-884C-74409B9A8211}" srcOrd="0" destOrd="0" presId="urn:microsoft.com/office/officeart/2018/2/layout/IconVerticalSolidList"/>
    <dgm:cxn modelId="{70876C83-A948-47E6-81AE-FC11D0709FB8}" type="presOf" srcId="{737BF715-059B-456F-9EF4-AAD5BA10C4A5}" destId="{9C23BE83-F8F8-4183-9166-AF265E46BE2B}" srcOrd="0" destOrd="0" presId="urn:microsoft.com/office/officeart/2018/2/layout/IconVerticalSolidList"/>
    <dgm:cxn modelId="{DF341494-7965-4734-A100-67376094103B}" srcId="{6E2E7628-D26C-4200-A4B4-0C68E52BE922}" destId="{737BF715-059B-456F-9EF4-AAD5BA10C4A5}" srcOrd="3" destOrd="0" parTransId="{7DB30A93-32A4-495B-B5D8-5508300D5D6C}" sibTransId="{D13CBB5C-E69F-4F2D-906C-D0531B40C7E6}"/>
    <dgm:cxn modelId="{769B75BC-ADD9-409F-A017-D13C1A58F6E0}" srcId="{6E2E7628-D26C-4200-A4B4-0C68E52BE922}" destId="{A1D69E02-1523-450E-BC88-E5F28ABE3463}" srcOrd="1" destOrd="0" parTransId="{8F7F0E35-61C4-49A9-AC93-B0AB0A192530}" sibTransId="{8D412EEE-FCF2-4166-9818-3587E86D67DC}"/>
    <dgm:cxn modelId="{7AF6CCCD-27C2-46FF-9222-D5353DC5C1A7}" type="presOf" srcId="{A1D69E02-1523-450E-BC88-E5F28ABE3463}" destId="{0DF4A74A-943C-483F-80B4-4121E52E93A3}" srcOrd="0" destOrd="0" presId="urn:microsoft.com/office/officeart/2018/2/layout/IconVerticalSolidList"/>
    <dgm:cxn modelId="{5D1289D7-F5F6-4002-8C49-E9F3426F811A}" srcId="{6E2E7628-D26C-4200-A4B4-0C68E52BE922}" destId="{8F900193-459F-4058-BF0E-090A356ADF16}" srcOrd="0" destOrd="0" parTransId="{33D06F67-A7AA-487F-94B8-48CFB625AEA3}" sibTransId="{5AD2E410-0479-433E-876E-8B28F4B1B40E}"/>
    <dgm:cxn modelId="{51C8D1E2-1889-4AC3-9FB7-9F6852D379E7}" type="presOf" srcId="{6E2E7628-D26C-4200-A4B4-0C68E52BE922}" destId="{F1E2C68C-5DFF-4C4D-A3A9-33B6160BE9F8}" srcOrd="0" destOrd="0" presId="urn:microsoft.com/office/officeart/2018/2/layout/IconVerticalSolidList"/>
    <dgm:cxn modelId="{ACE55AF3-1820-4A40-A471-17D14F699B5B}" type="presOf" srcId="{8F900193-459F-4058-BF0E-090A356ADF16}" destId="{3298D078-A8EA-45FD-922B-3E5CC87604E5}" srcOrd="0" destOrd="0" presId="urn:microsoft.com/office/officeart/2018/2/layout/IconVerticalSolidList"/>
    <dgm:cxn modelId="{655CA9FE-7001-4784-9B6C-BF8841249118}" srcId="{6E2E7628-D26C-4200-A4B4-0C68E52BE922}" destId="{C12C3598-D4AB-45B6-93DE-7C6C168035F2}" srcOrd="2" destOrd="0" parTransId="{BD544717-E0BF-4F45-83C7-01362C95D1DE}" sibTransId="{AFEC0DBE-7997-4B28-B77C-CD246D46054D}"/>
    <dgm:cxn modelId="{C2489447-BDBF-4259-9712-86BCFD8648E6}" type="presParOf" srcId="{F1E2C68C-5DFF-4C4D-A3A9-33B6160BE9F8}" destId="{2D72BDB7-CB0F-472B-AFB7-A3F0438897E0}" srcOrd="0" destOrd="0" presId="urn:microsoft.com/office/officeart/2018/2/layout/IconVerticalSolidList"/>
    <dgm:cxn modelId="{1B632E08-6F51-4041-AF70-9FE8288D8667}" type="presParOf" srcId="{2D72BDB7-CB0F-472B-AFB7-A3F0438897E0}" destId="{6523CA21-0F9E-4181-B63A-C1A7CB9DE0B9}" srcOrd="0" destOrd="0" presId="urn:microsoft.com/office/officeart/2018/2/layout/IconVerticalSolidList"/>
    <dgm:cxn modelId="{6D5683B7-FA0E-498D-9932-F51A35A0B8CF}" type="presParOf" srcId="{2D72BDB7-CB0F-472B-AFB7-A3F0438897E0}" destId="{10F6DFCF-E584-4EFC-8610-B63783A6A2AD}" srcOrd="1" destOrd="0" presId="urn:microsoft.com/office/officeart/2018/2/layout/IconVerticalSolidList"/>
    <dgm:cxn modelId="{7E3E3D77-BFD4-43B0-8C4E-1B088387BD55}" type="presParOf" srcId="{2D72BDB7-CB0F-472B-AFB7-A3F0438897E0}" destId="{DF60BAA9-FB58-483A-B70F-83A0167EF4B8}" srcOrd="2" destOrd="0" presId="urn:microsoft.com/office/officeart/2018/2/layout/IconVerticalSolidList"/>
    <dgm:cxn modelId="{0BE7F89E-0758-4979-B909-BF88D67223FE}" type="presParOf" srcId="{2D72BDB7-CB0F-472B-AFB7-A3F0438897E0}" destId="{3298D078-A8EA-45FD-922B-3E5CC87604E5}" srcOrd="3" destOrd="0" presId="urn:microsoft.com/office/officeart/2018/2/layout/IconVerticalSolidList"/>
    <dgm:cxn modelId="{D28BC9FA-CD34-4D5D-8336-37FDD8A5AFC4}" type="presParOf" srcId="{F1E2C68C-5DFF-4C4D-A3A9-33B6160BE9F8}" destId="{34D36FD6-3F7B-40D5-BEEE-B16476829AFF}" srcOrd="1" destOrd="0" presId="urn:microsoft.com/office/officeart/2018/2/layout/IconVerticalSolidList"/>
    <dgm:cxn modelId="{DAF74A13-1FE4-4C85-982A-E1831A1FE995}" type="presParOf" srcId="{F1E2C68C-5DFF-4C4D-A3A9-33B6160BE9F8}" destId="{403220CD-F774-42D5-B2B7-340E8D91195E}" srcOrd="2" destOrd="0" presId="urn:microsoft.com/office/officeart/2018/2/layout/IconVerticalSolidList"/>
    <dgm:cxn modelId="{236480E9-92D9-4319-81C8-059D81C0C41F}" type="presParOf" srcId="{403220CD-F774-42D5-B2B7-340E8D91195E}" destId="{1FBC7B81-C88C-4A52-BB31-3253FC724C9F}" srcOrd="0" destOrd="0" presId="urn:microsoft.com/office/officeart/2018/2/layout/IconVerticalSolidList"/>
    <dgm:cxn modelId="{582CCF6A-35FD-4678-97D1-0F9E1C4A3C04}" type="presParOf" srcId="{403220CD-F774-42D5-B2B7-340E8D91195E}" destId="{8E2F437E-CDC1-417E-9B9D-8701E4371802}" srcOrd="1" destOrd="0" presId="urn:microsoft.com/office/officeart/2018/2/layout/IconVerticalSolidList"/>
    <dgm:cxn modelId="{776C7C93-CBA6-4F0C-A70C-E483729A7C15}" type="presParOf" srcId="{403220CD-F774-42D5-B2B7-340E8D91195E}" destId="{B9B15B4B-F344-4659-850A-FA173C63BE58}" srcOrd="2" destOrd="0" presId="urn:microsoft.com/office/officeart/2018/2/layout/IconVerticalSolidList"/>
    <dgm:cxn modelId="{41542B55-6B68-4757-88E0-A06092EA33E4}" type="presParOf" srcId="{403220CD-F774-42D5-B2B7-340E8D91195E}" destId="{0DF4A74A-943C-483F-80B4-4121E52E93A3}" srcOrd="3" destOrd="0" presId="urn:microsoft.com/office/officeart/2018/2/layout/IconVerticalSolidList"/>
    <dgm:cxn modelId="{034CB610-6A4A-4F64-A0EC-37D45616186B}" type="presParOf" srcId="{F1E2C68C-5DFF-4C4D-A3A9-33B6160BE9F8}" destId="{E11D3184-BBAD-47F2-AE72-72D8CC0EA31A}" srcOrd="3" destOrd="0" presId="urn:microsoft.com/office/officeart/2018/2/layout/IconVerticalSolidList"/>
    <dgm:cxn modelId="{4F5A09A8-78D3-4714-9A34-B07621E49F59}" type="presParOf" srcId="{F1E2C68C-5DFF-4C4D-A3A9-33B6160BE9F8}" destId="{3EAE1E24-254B-46CA-958B-4A95296AE5C4}" srcOrd="4" destOrd="0" presId="urn:microsoft.com/office/officeart/2018/2/layout/IconVerticalSolidList"/>
    <dgm:cxn modelId="{03BFBA7D-3F75-4CA0-9114-CDAE285CFDDC}" type="presParOf" srcId="{3EAE1E24-254B-46CA-958B-4A95296AE5C4}" destId="{0543D519-CB69-4016-AA3A-340316580F11}" srcOrd="0" destOrd="0" presId="urn:microsoft.com/office/officeart/2018/2/layout/IconVerticalSolidList"/>
    <dgm:cxn modelId="{305FB8FB-6352-45B6-BA06-0FC3054CF5F8}" type="presParOf" srcId="{3EAE1E24-254B-46CA-958B-4A95296AE5C4}" destId="{F5A9FBCC-4C5D-4CD2-A9F9-00CE466B37C0}" srcOrd="1" destOrd="0" presId="urn:microsoft.com/office/officeart/2018/2/layout/IconVerticalSolidList"/>
    <dgm:cxn modelId="{35CA1C66-EEFE-4FDD-B8B7-0FCC6A141400}" type="presParOf" srcId="{3EAE1E24-254B-46CA-958B-4A95296AE5C4}" destId="{2B9EF3CF-E271-4E1E-97B7-8BFC56318529}" srcOrd="2" destOrd="0" presId="urn:microsoft.com/office/officeart/2018/2/layout/IconVerticalSolidList"/>
    <dgm:cxn modelId="{3B122DB4-B1DF-46CE-958D-56A72819A325}" type="presParOf" srcId="{3EAE1E24-254B-46CA-958B-4A95296AE5C4}" destId="{26FBFC26-99E8-4492-884C-74409B9A8211}" srcOrd="3" destOrd="0" presId="urn:microsoft.com/office/officeart/2018/2/layout/IconVerticalSolidList"/>
    <dgm:cxn modelId="{F7F1A3A7-A829-4118-96B8-2DC9F6CAFEB6}" type="presParOf" srcId="{F1E2C68C-5DFF-4C4D-A3A9-33B6160BE9F8}" destId="{30B72447-8ECC-4E33-8830-9D5653228661}" srcOrd="5" destOrd="0" presId="urn:microsoft.com/office/officeart/2018/2/layout/IconVerticalSolidList"/>
    <dgm:cxn modelId="{1AEB9485-B00B-44CE-A711-225F333E664E}" type="presParOf" srcId="{F1E2C68C-5DFF-4C4D-A3A9-33B6160BE9F8}" destId="{9EB4C163-2344-4D7C-AA8C-DF235BECB8B0}" srcOrd="6" destOrd="0" presId="urn:microsoft.com/office/officeart/2018/2/layout/IconVerticalSolidList"/>
    <dgm:cxn modelId="{7BDE995E-855C-495C-A830-099822E7C120}" type="presParOf" srcId="{9EB4C163-2344-4D7C-AA8C-DF235BECB8B0}" destId="{ABBE395C-3CAF-44AB-B6F5-B9FC9F491E77}" srcOrd="0" destOrd="0" presId="urn:microsoft.com/office/officeart/2018/2/layout/IconVerticalSolidList"/>
    <dgm:cxn modelId="{A1E82FFC-8DA2-45F9-B0F0-D3599CA694B7}" type="presParOf" srcId="{9EB4C163-2344-4D7C-AA8C-DF235BECB8B0}" destId="{7AF046C8-DECA-4D0A-9426-47B01D9D4F60}" srcOrd="1" destOrd="0" presId="urn:microsoft.com/office/officeart/2018/2/layout/IconVerticalSolidList"/>
    <dgm:cxn modelId="{9CD74D6F-023A-41E8-B924-54F926352636}" type="presParOf" srcId="{9EB4C163-2344-4D7C-AA8C-DF235BECB8B0}" destId="{881D8D5B-F232-4919-9073-7DD039BD334B}" srcOrd="2" destOrd="0" presId="urn:microsoft.com/office/officeart/2018/2/layout/IconVerticalSolidList"/>
    <dgm:cxn modelId="{27EDFB84-F2DF-4D35-B3C8-9A864036AB3A}" type="presParOf" srcId="{9EB4C163-2344-4D7C-AA8C-DF235BECB8B0}" destId="{9C23BE83-F8F8-4183-9166-AF265E46BE2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360BA6-EBDF-4732-A8E4-83BF70A65435}">
      <dsp:nvSpPr>
        <dsp:cNvPr id="0" name=""/>
        <dsp:cNvSpPr/>
      </dsp:nvSpPr>
      <dsp:spPr>
        <a:xfrm>
          <a:off x="0" y="3988"/>
          <a:ext cx="4785108" cy="8495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61D9BC-6C6D-424C-A665-08C335F65985}">
      <dsp:nvSpPr>
        <dsp:cNvPr id="0" name=""/>
        <dsp:cNvSpPr/>
      </dsp:nvSpPr>
      <dsp:spPr>
        <a:xfrm>
          <a:off x="256995" y="195141"/>
          <a:ext cx="467263" cy="4672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CB29D8-6518-4EC7-92FA-DB30C2E70447}">
      <dsp:nvSpPr>
        <dsp:cNvPr id="0" name=""/>
        <dsp:cNvSpPr/>
      </dsp:nvSpPr>
      <dsp:spPr>
        <a:xfrm>
          <a:off x="981253" y="3988"/>
          <a:ext cx="3803854" cy="849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913" tIns="89913" rIns="89913" bIns="8991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1: Project Overview and Motivation</a:t>
          </a:r>
          <a:endParaRPr lang="en-US" sz="1900" kern="1200" dirty="0"/>
        </a:p>
      </dsp:txBody>
      <dsp:txXfrm>
        <a:off x="981253" y="3988"/>
        <a:ext cx="3803854" cy="849570"/>
      </dsp:txXfrm>
    </dsp:sp>
    <dsp:sp modelId="{AC5830AE-623E-47F5-9D37-1D6B8D54414C}">
      <dsp:nvSpPr>
        <dsp:cNvPr id="0" name=""/>
        <dsp:cNvSpPr/>
      </dsp:nvSpPr>
      <dsp:spPr>
        <a:xfrm>
          <a:off x="0" y="1065951"/>
          <a:ext cx="4785108" cy="8495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CBD705-F807-43F6-9D97-E9CF60995DE4}">
      <dsp:nvSpPr>
        <dsp:cNvPr id="0" name=""/>
        <dsp:cNvSpPr/>
      </dsp:nvSpPr>
      <dsp:spPr>
        <a:xfrm>
          <a:off x="256995" y="1257104"/>
          <a:ext cx="467263" cy="4672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0A735D-D95A-4D12-A8B0-EE208DB7C8CA}">
      <dsp:nvSpPr>
        <dsp:cNvPr id="0" name=""/>
        <dsp:cNvSpPr/>
      </dsp:nvSpPr>
      <dsp:spPr>
        <a:xfrm>
          <a:off x="981253" y="1065951"/>
          <a:ext cx="3803854" cy="849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913" tIns="89913" rIns="89913" bIns="8991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2: Related Work and Approach</a:t>
          </a:r>
          <a:endParaRPr lang="en-US" sz="1900" kern="1200" dirty="0"/>
        </a:p>
      </dsp:txBody>
      <dsp:txXfrm>
        <a:off x="981253" y="1065951"/>
        <a:ext cx="3803854" cy="849570"/>
      </dsp:txXfrm>
    </dsp:sp>
    <dsp:sp modelId="{2C03D4BC-BEFF-4073-8D3B-AE2EA51F731F}">
      <dsp:nvSpPr>
        <dsp:cNvPr id="0" name=""/>
        <dsp:cNvSpPr/>
      </dsp:nvSpPr>
      <dsp:spPr>
        <a:xfrm>
          <a:off x="0" y="2127914"/>
          <a:ext cx="4785108" cy="8495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465A0E-E4FC-4D48-95FD-7CF6FD5A0517}">
      <dsp:nvSpPr>
        <dsp:cNvPr id="0" name=""/>
        <dsp:cNvSpPr/>
      </dsp:nvSpPr>
      <dsp:spPr>
        <a:xfrm>
          <a:off x="256995" y="2319067"/>
          <a:ext cx="467263" cy="4672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1D6DC9-0891-4CD9-B535-7086F523B3D1}">
      <dsp:nvSpPr>
        <dsp:cNvPr id="0" name=""/>
        <dsp:cNvSpPr/>
      </dsp:nvSpPr>
      <dsp:spPr>
        <a:xfrm>
          <a:off x="981253" y="2127914"/>
          <a:ext cx="3803854" cy="849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913" tIns="89913" rIns="89913" bIns="8991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3: Methodology</a:t>
          </a:r>
          <a:endParaRPr lang="en-US" sz="1900" kern="1200" dirty="0"/>
        </a:p>
      </dsp:txBody>
      <dsp:txXfrm>
        <a:off x="981253" y="2127914"/>
        <a:ext cx="3803854" cy="849570"/>
      </dsp:txXfrm>
    </dsp:sp>
    <dsp:sp modelId="{EA8AAB24-8D39-4488-A6C2-D8E558420E7E}">
      <dsp:nvSpPr>
        <dsp:cNvPr id="0" name=""/>
        <dsp:cNvSpPr/>
      </dsp:nvSpPr>
      <dsp:spPr>
        <a:xfrm>
          <a:off x="0" y="3189877"/>
          <a:ext cx="4785108" cy="8495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B66DA7-1F8A-4CB0-8B4F-6F7F6A8568F1}">
      <dsp:nvSpPr>
        <dsp:cNvPr id="0" name=""/>
        <dsp:cNvSpPr/>
      </dsp:nvSpPr>
      <dsp:spPr>
        <a:xfrm>
          <a:off x="256995" y="3381030"/>
          <a:ext cx="467263" cy="4672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B34559-1B16-4EA1-9DF7-B97F30A729A5}">
      <dsp:nvSpPr>
        <dsp:cNvPr id="0" name=""/>
        <dsp:cNvSpPr/>
      </dsp:nvSpPr>
      <dsp:spPr>
        <a:xfrm>
          <a:off x="981253" y="3189877"/>
          <a:ext cx="3803854" cy="849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913" tIns="89913" rIns="89913" bIns="8991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4: Results and Insights</a:t>
          </a:r>
          <a:endParaRPr lang="en-US" sz="1900" kern="1200" dirty="0"/>
        </a:p>
      </dsp:txBody>
      <dsp:txXfrm>
        <a:off x="981253" y="3189877"/>
        <a:ext cx="3803854" cy="849570"/>
      </dsp:txXfrm>
    </dsp:sp>
    <dsp:sp modelId="{2438C669-1C64-4601-A0F8-F3B399081474}">
      <dsp:nvSpPr>
        <dsp:cNvPr id="0" name=""/>
        <dsp:cNvSpPr/>
      </dsp:nvSpPr>
      <dsp:spPr>
        <a:xfrm>
          <a:off x="0" y="4251840"/>
          <a:ext cx="4785108" cy="8495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94050B-06B7-4B42-B41D-09FA2E7A7F16}">
      <dsp:nvSpPr>
        <dsp:cNvPr id="0" name=""/>
        <dsp:cNvSpPr/>
      </dsp:nvSpPr>
      <dsp:spPr>
        <a:xfrm>
          <a:off x="256995" y="4442993"/>
          <a:ext cx="467263" cy="46726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A70BA8-4B5C-489D-8125-8CE63331DD8E}">
      <dsp:nvSpPr>
        <dsp:cNvPr id="0" name=""/>
        <dsp:cNvSpPr/>
      </dsp:nvSpPr>
      <dsp:spPr>
        <a:xfrm>
          <a:off x="981253" y="4251840"/>
          <a:ext cx="3803854" cy="849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913" tIns="89913" rIns="89913" bIns="8991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5: Conclusion and Future Work</a:t>
          </a:r>
          <a:endParaRPr lang="en-US" sz="1900" kern="1200" dirty="0"/>
        </a:p>
      </dsp:txBody>
      <dsp:txXfrm>
        <a:off x="981253" y="4251840"/>
        <a:ext cx="3803854" cy="8495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23CA21-0F9E-4181-B63A-C1A7CB9DE0B9}">
      <dsp:nvSpPr>
        <dsp:cNvPr id="0" name=""/>
        <dsp:cNvSpPr/>
      </dsp:nvSpPr>
      <dsp:spPr>
        <a:xfrm>
          <a:off x="0" y="1861"/>
          <a:ext cx="10995660" cy="9435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F6DFCF-E584-4EFC-8610-B63783A6A2AD}">
      <dsp:nvSpPr>
        <dsp:cNvPr id="0" name=""/>
        <dsp:cNvSpPr/>
      </dsp:nvSpPr>
      <dsp:spPr>
        <a:xfrm>
          <a:off x="285418" y="214156"/>
          <a:ext cx="518942" cy="5189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98D078-A8EA-45FD-922B-3E5CC87604E5}">
      <dsp:nvSpPr>
        <dsp:cNvPr id="0" name=""/>
        <dsp:cNvSpPr/>
      </dsp:nvSpPr>
      <dsp:spPr>
        <a:xfrm>
          <a:off x="1089779" y="1861"/>
          <a:ext cx="9905880" cy="943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857" tIns="99857" rIns="99857" bIns="9985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Problem</a:t>
          </a:r>
          <a:r>
            <a:rPr lang="en-US" sz="2200" kern="1200"/>
            <a:t>: Diabetic Retinopathy (DR) is a leading cause of preventable blindness, especially in under-resourced areas.</a:t>
          </a:r>
        </a:p>
      </dsp:txBody>
      <dsp:txXfrm>
        <a:off x="1089779" y="1861"/>
        <a:ext cx="9905880" cy="943532"/>
      </dsp:txXfrm>
    </dsp:sp>
    <dsp:sp modelId="{1FBC7B81-C88C-4A52-BB31-3253FC724C9F}">
      <dsp:nvSpPr>
        <dsp:cNvPr id="0" name=""/>
        <dsp:cNvSpPr/>
      </dsp:nvSpPr>
      <dsp:spPr>
        <a:xfrm>
          <a:off x="0" y="1181276"/>
          <a:ext cx="10995660" cy="9435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2F437E-CDC1-417E-9B9D-8701E4371802}">
      <dsp:nvSpPr>
        <dsp:cNvPr id="0" name=""/>
        <dsp:cNvSpPr/>
      </dsp:nvSpPr>
      <dsp:spPr>
        <a:xfrm>
          <a:off x="285418" y="1393571"/>
          <a:ext cx="518942" cy="5189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F4A74A-943C-483F-80B4-4121E52E93A3}">
      <dsp:nvSpPr>
        <dsp:cNvPr id="0" name=""/>
        <dsp:cNvSpPr/>
      </dsp:nvSpPr>
      <dsp:spPr>
        <a:xfrm>
          <a:off x="1089779" y="1181276"/>
          <a:ext cx="9905880" cy="943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857" tIns="99857" rIns="99857" bIns="9985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Need</a:t>
          </a:r>
          <a:r>
            <a:rPr lang="en-US" sz="2200" kern="1200"/>
            <a:t>: DR detection is labor-intensive, and early screening is critical but infeasible at scale in many regions.</a:t>
          </a:r>
        </a:p>
      </dsp:txBody>
      <dsp:txXfrm>
        <a:off x="1089779" y="1181276"/>
        <a:ext cx="9905880" cy="943532"/>
      </dsp:txXfrm>
    </dsp:sp>
    <dsp:sp modelId="{0543D519-CB69-4016-AA3A-340316580F11}">
      <dsp:nvSpPr>
        <dsp:cNvPr id="0" name=""/>
        <dsp:cNvSpPr/>
      </dsp:nvSpPr>
      <dsp:spPr>
        <a:xfrm>
          <a:off x="0" y="2360692"/>
          <a:ext cx="10995660" cy="9435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A9FBCC-4C5D-4CD2-A9F9-00CE466B37C0}">
      <dsp:nvSpPr>
        <dsp:cNvPr id="0" name=""/>
        <dsp:cNvSpPr/>
      </dsp:nvSpPr>
      <dsp:spPr>
        <a:xfrm>
          <a:off x="285418" y="2572986"/>
          <a:ext cx="518942" cy="5189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FBFC26-99E8-4492-884C-74409B9A8211}">
      <dsp:nvSpPr>
        <dsp:cNvPr id="0" name=""/>
        <dsp:cNvSpPr/>
      </dsp:nvSpPr>
      <dsp:spPr>
        <a:xfrm>
          <a:off x="1089779" y="2360692"/>
          <a:ext cx="9905880" cy="943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857" tIns="99857" rIns="99857" bIns="9985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Goal</a:t>
          </a:r>
          <a:r>
            <a:rPr lang="en-US" sz="2200" kern="1200"/>
            <a:t>: Build and evaluate an interpretable, efficient AI "second reader" for DR screening using Vision Transformer (ViT) and ResNet.</a:t>
          </a:r>
        </a:p>
      </dsp:txBody>
      <dsp:txXfrm>
        <a:off x="1089779" y="2360692"/>
        <a:ext cx="9905880" cy="943532"/>
      </dsp:txXfrm>
    </dsp:sp>
    <dsp:sp modelId="{ABBE395C-3CAF-44AB-B6F5-B9FC9F491E77}">
      <dsp:nvSpPr>
        <dsp:cNvPr id="0" name=""/>
        <dsp:cNvSpPr/>
      </dsp:nvSpPr>
      <dsp:spPr>
        <a:xfrm>
          <a:off x="0" y="3540107"/>
          <a:ext cx="10995660" cy="9435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F046C8-DECA-4D0A-9426-47B01D9D4F60}">
      <dsp:nvSpPr>
        <dsp:cNvPr id="0" name=""/>
        <dsp:cNvSpPr/>
      </dsp:nvSpPr>
      <dsp:spPr>
        <a:xfrm>
          <a:off x="285418" y="3752401"/>
          <a:ext cx="518942" cy="51894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3BE83-F8F8-4183-9166-AF265E46BE2B}">
      <dsp:nvSpPr>
        <dsp:cNvPr id="0" name=""/>
        <dsp:cNvSpPr/>
      </dsp:nvSpPr>
      <dsp:spPr>
        <a:xfrm>
          <a:off x="1089779" y="3540107"/>
          <a:ext cx="9905880" cy="943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857" tIns="99857" rIns="99857" bIns="9985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Datasets</a:t>
          </a:r>
          <a:r>
            <a:rPr lang="en-US" sz="2200" kern="1200"/>
            <a:t>: EyePACS and APTOS (publicly available on Kaggle)</a:t>
          </a:r>
        </a:p>
      </dsp:txBody>
      <dsp:txXfrm>
        <a:off x="1089779" y="3540107"/>
        <a:ext cx="9905880" cy="9435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75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90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328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91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710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33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043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76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455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3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622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5/6/25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171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5" r:id="rId6"/>
    <p:sldLayoutId id="2147483720" r:id="rId7"/>
    <p:sldLayoutId id="2147483721" r:id="rId8"/>
    <p:sldLayoutId id="2147483722" r:id="rId9"/>
    <p:sldLayoutId id="2147483724" r:id="rId10"/>
    <p:sldLayoutId id="214748372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en/vision-farsightedness-environment-154854/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62919E4-C488-4107-9EF1-66152F84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BF79732-4088-424C-A653-4534E438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7011A86-DB53-41C7-94D9-9B8BF9DF1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258B9E-C015-412F-9B81-E40D361E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hild with brown eyes">
            <a:extLst>
              <a:ext uri="{FF2B5EF4-FFF2-40B4-BE49-F238E27FC236}">
                <a16:creationId xmlns:a16="http://schemas.microsoft.com/office/drawing/2014/main" id="{8E9E5DBD-3B71-4B0C-4034-35C39E951E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15730"/>
          <a:stretch/>
        </p:blipFill>
        <p:spPr>
          <a:xfrm>
            <a:off x="-1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7BFD35-BB9B-91C3-68F0-36C835825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2500"/>
            <a:ext cx="4804105" cy="182879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00" b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ViTal‑Eye:</a:t>
            </a:r>
            <a:br>
              <a:rPr lang="en-US" sz="3300" b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3300" b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Transformer-Driven Retina Screening Study</a:t>
            </a:r>
            <a:endParaRPr lang="en-US" sz="33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814332FE-82B3-4EC0-8568-D87631440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7700" y="677785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850763CB-6740-3715-98D3-F59F5D63A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2895600"/>
            <a:ext cx="4804104" cy="316230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Adekola O. Okunola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Texas A&amp;M University College of Engineering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Department of Electrical and Computer Engineering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ECEN 642 – 600,700 Digital Image Processing &amp; Computer Vision</a:t>
            </a:r>
          </a:p>
        </p:txBody>
      </p: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7B5E59FA-8FDE-43F6-BEAF-F8D715BA5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7633"/>
            <a:ext cx="10905066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280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5DD4FDD-37A6-4700-8C33-322F14D7E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11C13B-502B-428B-AC72-447443E52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4DDB1-5347-63FA-E144-2AACD6E16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13" y="952499"/>
            <a:ext cx="5205343" cy="2476501"/>
          </a:xfrm>
        </p:spPr>
        <p:txBody>
          <a:bodyPr>
            <a:normAutofit/>
          </a:bodyPr>
          <a:lstStyle/>
          <a:p>
            <a:r>
              <a:rPr lang="en-US" sz="5400"/>
              <a:t>Content</a:t>
            </a:r>
            <a:endParaRPr lang="en-US" sz="54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36F6BB4-DB04-4612-B7DF-8C6A5B517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D13B171D-6275-98C6-C52E-97136121FF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1823344"/>
              </p:ext>
            </p:extLst>
          </p:nvPr>
        </p:nvGraphicFramePr>
        <p:xfrm>
          <a:off x="6743700" y="952499"/>
          <a:ext cx="4785108" cy="5105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8D01F8-1A7E-4F72-89A5-D2B91E0F8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pair of blue and green earth eyes&#10;&#10;AI-generated content may be incorrect.">
            <a:extLst>
              <a:ext uri="{FF2B5EF4-FFF2-40B4-BE49-F238E27FC236}">
                <a16:creationId xmlns:a16="http://schemas.microsoft.com/office/drawing/2014/main" id="{EB028B66-725C-7E07-92F1-B023438C97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14777" y="2074242"/>
            <a:ext cx="6514146" cy="325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272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59D11-33B1-F218-6F6A-0003609BC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7"/>
            <a:ext cx="10995659" cy="643046"/>
          </a:xfrm>
        </p:spPr>
        <p:txBody>
          <a:bodyPr/>
          <a:lstStyle/>
          <a:p>
            <a:r>
              <a:rPr lang="en-US" b="0" i="0" dirty="0"/>
              <a:t>Project Overview and Motivation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4DEF06-930D-70F4-433F-B49D5ABFC5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8170" y="1594022"/>
          <a:ext cx="10995660" cy="4485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1113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C10FD-C0AB-98A1-B6F9-F0203B25A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630689"/>
          </a:xfrm>
        </p:spPr>
        <p:txBody>
          <a:bodyPr>
            <a:normAutofit/>
          </a:bodyPr>
          <a:lstStyle/>
          <a:p>
            <a:r>
              <a:rPr lang="en-US" b="0" i="0"/>
              <a:t>Related Work and Approach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A5ECB-9595-7A94-465F-8CCAD37A0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170" y="1581664"/>
            <a:ext cx="10995660" cy="458435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CNNs in DR Detection</a:t>
            </a:r>
            <a:r>
              <a:rPr lang="en-US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ResNet, Inception used extensively.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Strong performance but limited interpretability and robustness.</a:t>
            </a:r>
          </a:p>
          <a:p>
            <a:pPr>
              <a:buNone/>
            </a:pPr>
            <a:r>
              <a:rPr lang="en-US" b="1"/>
              <a:t>ViT for Vision Tasks</a:t>
            </a:r>
            <a:r>
              <a:rPr lang="en-US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Less inductive bias; global attention.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Strong performance with large-scale pretraining.</a:t>
            </a:r>
          </a:p>
          <a:p>
            <a:pPr>
              <a:buNone/>
            </a:pPr>
            <a:r>
              <a:rPr lang="en-US" b="1"/>
              <a:t>What’s New</a:t>
            </a:r>
            <a:r>
              <a:rPr lang="en-US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Head-to-head comparison of ViT-Base/16 vs ResNet-50.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Evaluation on robustness, interpretability, and clinical applicability.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661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292E-AC73-50E5-BE2B-473636201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7"/>
            <a:ext cx="10995659" cy="643046"/>
          </a:xfrm>
        </p:spPr>
        <p:txBody>
          <a:bodyPr/>
          <a:lstStyle/>
          <a:p>
            <a:r>
              <a:rPr lang="en-US" b="0" i="0" dirty="0"/>
              <a:t>Methodology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2393F-9857-038A-5F59-1040E80F1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9" y="1467860"/>
            <a:ext cx="10995660" cy="469816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/>
              <a:t>Preprocessing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512×512 resizing, cropping around optic disc.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Stratified splits for train/</a:t>
            </a:r>
            <a:r>
              <a:rPr lang="en-US" dirty="0" err="1"/>
              <a:t>val</a:t>
            </a:r>
            <a:r>
              <a:rPr lang="en-US" dirty="0"/>
              <a:t>/test (80/10/10).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Augmentations: flips, rotation, color jitter, blur.</a:t>
            </a:r>
          </a:p>
          <a:p>
            <a:pPr>
              <a:buNone/>
            </a:pPr>
            <a:r>
              <a:rPr lang="en-US" b="1" dirty="0"/>
              <a:t>Models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ViT</a:t>
            </a:r>
            <a:r>
              <a:rPr lang="en-US" dirty="0"/>
              <a:t>-Base/16: Partially frozen, mixed precision fine-tuning.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ResNet-50: Standard baseline with Grad-CAM support.</a:t>
            </a:r>
          </a:p>
          <a:p>
            <a:pPr>
              <a:buNone/>
            </a:pPr>
            <a:r>
              <a:rPr lang="en-US" b="1" dirty="0"/>
              <a:t>Training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15 epochs, </a:t>
            </a:r>
            <a:r>
              <a:rPr lang="en-US" dirty="0" err="1"/>
              <a:t>AdamW</a:t>
            </a:r>
            <a:r>
              <a:rPr lang="en-US" dirty="0"/>
              <a:t>, cosine schedule, weighted cross-entropy.</a:t>
            </a:r>
          </a:p>
          <a:p>
            <a:pPr>
              <a:buNone/>
            </a:pPr>
            <a:r>
              <a:rPr lang="en-US" b="1" dirty="0"/>
              <a:t>Evaluation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Accuracy, AUC, quadratic kappa, sensitivity@95% specificity.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556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B8191-867C-A9DD-C719-68CD4DE22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/>
              <a:t>Results and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CCC09-C770-380E-5B13-F8E7B85C8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170" y="1489899"/>
            <a:ext cx="10995660" cy="473790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Performance Metrics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Best Val AUC: 0.8228 (</a:t>
            </a:r>
            <a:r>
              <a:rPr lang="en-US" dirty="0" err="1"/>
              <a:t>ViT</a:t>
            </a:r>
            <a:r>
              <a:rPr lang="en-US" dirty="0"/>
              <a:t> @ Epoch 6).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 AUC: 0.8203, Kappa: 0.5399, Accuracy: 77.5%.</a:t>
            </a:r>
          </a:p>
          <a:p>
            <a:pPr>
              <a:buNone/>
            </a:pPr>
            <a:r>
              <a:rPr lang="en-US" b="1" dirty="0"/>
              <a:t>Interpretability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ViT</a:t>
            </a:r>
            <a:r>
              <a:rPr lang="en-US" dirty="0"/>
              <a:t>: Attention rollout clearly highlights pathologies.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ResNet</a:t>
            </a:r>
            <a:r>
              <a:rPr lang="en-US" dirty="0"/>
              <a:t>: Grad-CAM often focuses on non-diagnostic features.</a:t>
            </a:r>
          </a:p>
          <a:p>
            <a:pPr>
              <a:buNone/>
            </a:pPr>
            <a:r>
              <a:rPr lang="en-US" b="1" dirty="0"/>
              <a:t>Robustness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 blur/brightness perturbations: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ViT</a:t>
            </a:r>
            <a:r>
              <a:rPr lang="en-US" dirty="0"/>
              <a:t> AUC ≈ 0.74–0.77.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ResNet</a:t>
            </a:r>
            <a:r>
              <a:rPr lang="en-US" dirty="0"/>
              <a:t> AUC ≈ 0.000–0.002.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607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9BB88-C218-3BA3-B1E6-74ADA2D52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/>
              <a:t>Conclusion and Future 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04539-A9C0-4D4D-DCC2-0838F7300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170" y="1489900"/>
            <a:ext cx="10995660" cy="4688478"/>
          </a:xfrm>
        </p:spPr>
        <p:txBody>
          <a:bodyPr/>
          <a:lstStyle/>
          <a:p>
            <a:pPr>
              <a:buNone/>
            </a:pPr>
            <a:r>
              <a:rPr lang="en-US" b="1" dirty="0"/>
              <a:t>Conclusion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ViT</a:t>
            </a:r>
            <a:r>
              <a:rPr lang="en-US" dirty="0"/>
              <a:t> achieves competitive accuracy with better interpretability and robustness than </a:t>
            </a:r>
            <a:r>
              <a:rPr lang="en-US" dirty="0" err="1"/>
              <a:t>ResNet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Demonstrated potential as a lightweight, explainable second-reader system.</a:t>
            </a:r>
          </a:p>
          <a:p>
            <a:pPr>
              <a:buNone/>
            </a:pPr>
            <a:r>
              <a:rPr lang="en-US" b="1" dirty="0"/>
              <a:t>Significance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Effective for early DR screening in clinics lacking specialists.</a:t>
            </a:r>
          </a:p>
          <a:p>
            <a:pPr>
              <a:buNone/>
            </a:pPr>
            <a:r>
              <a:rPr lang="en-US" b="1" dirty="0"/>
              <a:t>Future Work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Extend to semi/self-supervised </a:t>
            </a:r>
            <a:r>
              <a:rPr lang="en-US" dirty="0" err="1"/>
              <a:t>ViT</a:t>
            </a:r>
            <a:r>
              <a:rPr lang="en-US" dirty="0"/>
              <a:t> pretraining.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Explore real-world deployment, mobile edge adaptation, federated learning.</a:t>
            </a:r>
          </a:p>
        </p:txBody>
      </p:sp>
    </p:spTree>
    <p:extLst>
      <p:ext uri="{BB962C8B-B14F-4D97-AF65-F5344CB8AC3E}">
        <p14:creationId xmlns:p14="http://schemas.microsoft.com/office/powerpoint/2010/main" val="1159439837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masis">
      <a:dk1>
        <a:sysClr val="windowText" lastClr="000000"/>
      </a:dk1>
      <a:lt1>
        <a:sysClr val="window" lastClr="FFFFFF"/>
      </a:lt1>
      <a:dk2>
        <a:srgbClr val="470401"/>
      </a:dk2>
      <a:lt2>
        <a:srgbClr val="EBE2E2"/>
      </a:lt2>
      <a:accent1>
        <a:srgbClr val="BD1209"/>
      </a:accent1>
      <a:accent2>
        <a:srgbClr val="F40600"/>
      </a:accent2>
      <a:accent3>
        <a:srgbClr val="F26216"/>
      </a:accent3>
      <a:accent4>
        <a:srgbClr val="F0800D"/>
      </a:accent4>
      <a:accent5>
        <a:srgbClr val="3EA8B6"/>
      </a:accent5>
      <a:accent6>
        <a:srgbClr val="005B6B"/>
      </a:accent6>
      <a:hlink>
        <a:srgbClr val="F40600"/>
      </a:hlink>
      <a:folHlink>
        <a:srgbClr val="1C7E8E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419</Words>
  <Application>Microsoft Macintosh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Amasis MT Pro Medium</vt:lpstr>
      <vt:lpstr>Arial</vt:lpstr>
      <vt:lpstr>Univers Light</vt:lpstr>
      <vt:lpstr>TribuneVTI</vt:lpstr>
      <vt:lpstr>ViTal‑Eye: Transformer-Driven Retina Screening Study</vt:lpstr>
      <vt:lpstr>Content</vt:lpstr>
      <vt:lpstr>Project Overview and Motivation</vt:lpstr>
      <vt:lpstr>Related Work and Approach</vt:lpstr>
      <vt:lpstr>Methodology</vt:lpstr>
      <vt:lpstr>Results and Insights</vt:lpstr>
      <vt:lpstr>Conclusion and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Adekola O. Okunola</dc:creator>
  <cp:lastModifiedBy>Adekola O. Okunola</cp:lastModifiedBy>
  <cp:revision>1</cp:revision>
  <dcterms:created xsi:type="dcterms:W3CDTF">2025-05-07T02:01:57Z</dcterms:created>
  <dcterms:modified xsi:type="dcterms:W3CDTF">2025-05-07T02:30:29Z</dcterms:modified>
</cp:coreProperties>
</file>